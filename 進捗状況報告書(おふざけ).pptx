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62" r:id="rId3"/>
    <p:sldId id="261" r:id="rId4"/>
    <p:sldId id="258" r:id="rId5"/>
    <p:sldId id="257" r:id="rId6"/>
    <p:sldId id="259" r:id="rId7"/>
    <p:sldId id="260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5E0C04-0C55-411B-ACF4-DE0B96A62C40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173B8-CD3F-4B0B-9633-C5F8294766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613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4173B8-CD3F-4B0B-9633-C5F8294766B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843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9275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6302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8394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5097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7773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7303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963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3061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8721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3461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79222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2288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6700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51195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8012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383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2808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7AA8308-2B77-4ADA-A252-6510F0126AC9}" type="datetimeFigureOut">
              <a:rPr kumimoji="1" lang="ja-JP" altLang="en-US" smtClean="0"/>
              <a:t>2025/12/9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89023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kumimoji="1"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74E05A05-9119-98FD-3E36-0C279908272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93962"/>
            <a:ext cx="12192000" cy="12192000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DBE6DA1-54DF-6B63-FEF7-85975D11DF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72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進捗状況報告書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0DB5C5D-6E0B-E79D-2D0C-C66B96FE8D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3600" dirty="0"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～エビチリを添えて～</a:t>
            </a:r>
          </a:p>
        </p:txBody>
      </p:sp>
    </p:spTree>
    <p:extLst>
      <p:ext uri="{BB962C8B-B14F-4D97-AF65-F5344CB8AC3E}">
        <p14:creationId xmlns:p14="http://schemas.microsoft.com/office/powerpoint/2010/main" val="2235172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617D5A1-681F-0E15-432B-C9FC3152CF09}"/>
              </a:ext>
            </a:extLst>
          </p:cNvPr>
          <p:cNvSpPr txBox="1"/>
          <p:nvPr/>
        </p:nvSpPr>
        <p:spPr>
          <a:xfrm>
            <a:off x="759654" y="1871003"/>
            <a:ext cx="86725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私たちが作成しているアプリ</a:t>
            </a:r>
            <a:r>
              <a:rPr kumimoji="1" lang="en-US" altLang="ja-JP" sz="44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……</a:t>
            </a:r>
            <a:endParaRPr kumimoji="1" lang="ja-JP" altLang="en-US" sz="4400" b="1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10DFA0A-2D09-D9A3-9C82-9B748E8BF932}"/>
              </a:ext>
            </a:extLst>
          </p:cNvPr>
          <p:cNvSpPr txBox="1"/>
          <p:nvPr/>
        </p:nvSpPr>
        <p:spPr>
          <a:xfrm>
            <a:off x="7929245" y="4445392"/>
            <a:ext cx="30059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それは</a:t>
            </a:r>
            <a:r>
              <a:rPr kumimoji="1" lang="en-US" altLang="ja-JP" sz="44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……</a:t>
            </a:r>
            <a:endParaRPr kumimoji="1" lang="ja-JP" altLang="en-US" sz="4400" b="1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72651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B2AD7-B2E3-AC14-AC4B-2D06A5C89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BBFB8D-39F8-1638-BD56-B5C2C2F47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762" y="4051053"/>
            <a:ext cx="10635175" cy="7772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Android</a:t>
            </a:r>
            <a:r>
              <a:rPr lang="ja-JP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と</a:t>
            </a:r>
            <a:r>
              <a:rPr lang="en-US" altLang="ja-JP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ios</a:t>
            </a:r>
            <a:r>
              <a:rPr lang="ja-JP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の両方で使用できるアプリ</a:t>
            </a:r>
            <a:endParaRPr lang="en-US" altLang="ja-JP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C179B69-155F-628B-578A-7DA0E479CA97}"/>
              </a:ext>
            </a:extLst>
          </p:cNvPr>
          <p:cNvSpPr txBox="1"/>
          <p:nvPr/>
        </p:nvSpPr>
        <p:spPr>
          <a:xfrm>
            <a:off x="551480" y="1606615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7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パ</a:t>
            </a:r>
            <a:endParaRPr kumimoji="1" lang="ja-JP" altLang="en-US" sz="72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38EEA1-2209-5357-2D46-AA5152E55DC4}"/>
              </a:ext>
            </a:extLst>
          </p:cNvPr>
          <p:cNvSpPr txBox="1"/>
          <p:nvPr/>
        </p:nvSpPr>
        <p:spPr>
          <a:xfrm>
            <a:off x="1666286" y="1606616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5DC1613-BC5F-5610-67C7-1106C1545529}"/>
              </a:ext>
            </a:extLst>
          </p:cNvPr>
          <p:cNvSpPr txBox="1"/>
          <p:nvPr/>
        </p:nvSpPr>
        <p:spPr>
          <a:xfrm>
            <a:off x="2765202" y="1606617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ワ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8B7C5FD-FF66-A014-8257-33C81E89AFD2}"/>
              </a:ext>
            </a:extLst>
          </p:cNvPr>
          <p:cNvSpPr txBox="1"/>
          <p:nvPr/>
        </p:nvSpPr>
        <p:spPr>
          <a:xfrm>
            <a:off x="3880008" y="1606617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ー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6F82539-B0CF-B564-C306-161EFE3A1876}"/>
              </a:ext>
            </a:extLst>
          </p:cNvPr>
          <p:cNvSpPr txBox="1"/>
          <p:nvPr/>
        </p:nvSpPr>
        <p:spPr>
          <a:xfrm>
            <a:off x="4990274" y="1606619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ド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D176054-EC06-2041-6F3D-CF63018191CA}"/>
              </a:ext>
            </a:extLst>
          </p:cNvPr>
          <p:cNvSpPr txBox="1"/>
          <p:nvPr/>
        </p:nvSpPr>
        <p:spPr>
          <a:xfrm>
            <a:off x="6107350" y="1604888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6CC75CD-8495-CAF2-D25F-BD74B839338A}"/>
              </a:ext>
            </a:extLst>
          </p:cNvPr>
          <p:cNvSpPr txBox="1"/>
          <p:nvPr/>
        </p:nvSpPr>
        <p:spPr>
          <a:xfrm>
            <a:off x="7224426" y="1604888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理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7D814FD-D8EB-5672-FFA8-7D41E15B2A6E}"/>
              </a:ext>
            </a:extLst>
          </p:cNvPr>
          <p:cNvSpPr txBox="1"/>
          <p:nvPr/>
        </p:nvSpPr>
        <p:spPr>
          <a:xfrm>
            <a:off x="8341502" y="1604887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ア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78D5589-9F5A-9317-AFCD-1EF8E4AF598B}"/>
              </a:ext>
            </a:extLst>
          </p:cNvPr>
          <p:cNvSpPr txBox="1"/>
          <p:nvPr/>
        </p:nvSpPr>
        <p:spPr>
          <a:xfrm>
            <a:off x="9434743" y="1604886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プ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924DCB9-78A8-B22D-48FA-917DF8165845}"/>
              </a:ext>
            </a:extLst>
          </p:cNvPr>
          <p:cNvSpPr txBox="1"/>
          <p:nvPr/>
        </p:nvSpPr>
        <p:spPr>
          <a:xfrm>
            <a:off x="10566574" y="1604885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リ</a:t>
            </a:r>
          </a:p>
        </p:txBody>
      </p:sp>
    </p:spTree>
    <p:extLst>
      <p:ext uri="{BB962C8B-B14F-4D97-AF65-F5344CB8AC3E}">
        <p14:creationId xmlns:p14="http://schemas.microsoft.com/office/powerpoint/2010/main" val="131745533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"/>
                            </p:stCondLst>
                            <p:childTnLst>
                              <p:par>
                                <p:cTn id="2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"/>
                            </p:stCondLst>
                            <p:childTnLst>
                              <p:par>
                                <p:cTn id="3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00"/>
                            </p:stCondLst>
                            <p:childTnLst>
                              <p:par>
                                <p:cTn id="40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00"/>
                            </p:stCondLst>
                            <p:childTnLst>
                              <p:par>
                                <p:cTn id="50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53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78663C-3BAA-26AA-D358-E959E1B16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1813" y="634086"/>
            <a:ext cx="2708373" cy="1456267"/>
          </a:xfrm>
        </p:spPr>
        <p:txBody>
          <a:bodyPr>
            <a:normAutofit/>
          </a:bodyPr>
          <a:lstStyle/>
          <a:p>
            <a:r>
              <a:rPr kumimoji="1"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主な機能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B4AEE0-6B2A-7953-D025-AB91CB4F2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451556"/>
            <a:ext cx="10131425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・ランダムで強力なパスワードを</a:t>
            </a:r>
            <a:r>
              <a:rPr lang="ja-JP" altLang="en-US" sz="4000" u="sng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自動生成機能</a:t>
            </a:r>
            <a:endParaRPr lang="en-US" altLang="ja-JP" sz="4000" u="sng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・サイト名、ユーザー名、パスワード、</a:t>
            </a:r>
            <a:r>
              <a:rPr lang="en-US" altLang="ja-JP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URL</a:t>
            </a: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を</a:t>
            </a: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ローカルデータベースに安全に保存する機能</a:t>
            </a: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629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23E479-87CC-1B4C-3BC8-317F0B219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3700" y="880374"/>
            <a:ext cx="3964600" cy="984561"/>
          </a:xfrm>
        </p:spPr>
        <p:txBody>
          <a:bodyPr>
            <a:noAutofit/>
          </a:bodyPr>
          <a:lstStyle/>
          <a:p>
            <a:r>
              <a:rPr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主な使用技術</a:t>
            </a:r>
            <a:endParaRPr kumimoji="1" lang="ja-JP" altLang="en-US" sz="4800" b="1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639D34-B223-6814-4644-AA3C5E7C8FD8}"/>
              </a:ext>
            </a:extLst>
          </p:cNvPr>
          <p:cNvSpPr txBox="1"/>
          <p:nvPr/>
        </p:nvSpPr>
        <p:spPr>
          <a:xfrm>
            <a:off x="643595" y="2480058"/>
            <a:ext cx="10904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kumimoji="1" lang="en-US" altLang="ja-JP" sz="32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Flutter</a:t>
            </a:r>
            <a:r>
              <a:rPr kumimoji="1" lang="ja-JP" altLang="en-US" sz="32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（</a:t>
            </a:r>
            <a:r>
              <a:rPr kumimoji="1" lang="en-US" altLang="ja-JP" sz="32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Android</a:t>
            </a:r>
            <a:r>
              <a:rPr kumimoji="1" lang="ja-JP" altLang="en-US" sz="32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と</a:t>
            </a:r>
            <a:r>
              <a:rPr kumimoji="1" lang="en-US" altLang="ja-JP" sz="3200" dirty="0" err="1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ios</a:t>
            </a:r>
            <a:r>
              <a:rPr kumimoji="1" lang="ja-JP" altLang="en-US" sz="32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の両方に対応するためフレームワーク）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8CEDB40-3B23-A8C2-DF09-B5C9A711B116}"/>
              </a:ext>
            </a:extLst>
          </p:cNvPr>
          <p:cNvSpPr txBox="1"/>
          <p:nvPr/>
        </p:nvSpPr>
        <p:spPr>
          <a:xfrm>
            <a:off x="643595" y="3208393"/>
            <a:ext cx="6997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kumimoji="1" lang="en-US" altLang="ja-JP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Dart</a:t>
            </a:r>
            <a:r>
              <a:rPr kumimoji="1"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（</a:t>
            </a:r>
            <a:r>
              <a:rPr kumimoji="1" lang="en-US" altLang="ja-JP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Flutter</a:t>
            </a:r>
            <a:r>
              <a:rPr kumimoji="1"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と相性のいい開発言語）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64866F8-636C-5F8C-1843-F0AB65E73469}"/>
              </a:ext>
            </a:extLst>
          </p:cNvPr>
          <p:cNvSpPr txBox="1"/>
          <p:nvPr/>
        </p:nvSpPr>
        <p:spPr>
          <a:xfrm>
            <a:off x="643595" y="4003231"/>
            <a:ext cx="110834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kumimoji="1" lang="en-US" altLang="ja-JP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Isar</a:t>
            </a:r>
            <a:r>
              <a:rPr kumimoji="1"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（データの保存や管理をするためのローカルデータベース）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0C90197-404B-E4EE-7296-9159D71116A2}"/>
              </a:ext>
            </a:extLst>
          </p:cNvPr>
          <p:cNvSpPr txBox="1"/>
          <p:nvPr/>
        </p:nvSpPr>
        <p:spPr>
          <a:xfrm>
            <a:off x="643595" y="4726292"/>
            <a:ext cx="79319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kumimoji="1" lang="en-US" altLang="ja-JP" sz="3200" b="1" dirty="0" err="1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flutter_secure_storage</a:t>
            </a:r>
            <a:r>
              <a:rPr kumimoji="1" lang="en-US" altLang="ja-JP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(</a:t>
            </a:r>
            <a:r>
              <a:rPr kumimoji="1"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機密情報の保管</a:t>
            </a:r>
            <a:r>
              <a:rPr kumimoji="1" lang="en-US" altLang="ja-JP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)</a:t>
            </a:r>
            <a:endParaRPr kumimoji="1" lang="ja-JP" altLang="en-US" sz="32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0769E9E-526F-4B96-D4F5-59DBCBF6A72E}"/>
              </a:ext>
            </a:extLst>
          </p:cNvPr>
          <p:cNvSpPr txBox="1"/>
          <p:nvPr/>
        </p:nvSpPr>
        <p:spPr>
          <a:xfrm>
            <a:off x="643595" y="5449353"/>
            <a:ext cx="100944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lang="en-US" altLang="ja-JP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AES-256 GCM(encrypt </a:t>
            </a:r>
            <a:r>
              <a:rPr lang="ja-JP" altLang="en-US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パッケージを使用した暗号化</a:t>
            </a:r>
            <a:r>
              <a:rPr lang="en-US" altLang="ja-JP" sz="32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)</a:t>
            </a:r>
            <a:endParaRPr kumimoji="1" lang="ja-JP" altLang="en-US" sz="32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32120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37EB08-19ED-1515-291B-3B5488570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804" y="472440"/>
            <a:ext cx="4533313" cy="1456267"/>
          </a:xfrm>
        </p:spPr>
        <p:txBody>
          <a:bodyPr>
            <a:normAutofit/>
          </a:bodyPr>
          <a:lstStyle/>
          <a:p>
            <a:r>
              <a:rPr kumimoji="1"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作成済みの機能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D6F9FD-DBA3-D112-CDF9-C53441337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2574" y="2325794"/>
            <a:ext cx="7346851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・パスワード自動生成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・パスワード登録、編集、コピー、削除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lang="en-US" altLang="ja-JP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PIN</a:t>
            </a: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コードによる認証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・保存するデータの暗号化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・ローカル</a:t>
            </a:r>
            <a:r>
              <a:rPr lang="en-US" altLang="ja-JP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DB</a:t>
            </a: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による永続化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endParaRPr kumimoji="1" lang="en-US" altLang="ja-JP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63789F3B-F746-95D7-8EF1-4788B81E4473}"/>
              </a:ext>
            </a:extLst>
          </p:cNvPr>
          <p:cNvSpPr txBox="1">
            <a:spLocks/>
          </p:cNvSpPr>
          <p:nvPr/>
        </p:nvSpPr>
        <p:spPr>
          <a:xfrm>
            <a:off x="6922103" y="869527"/>
            <a:ext cx="3108161" cy="777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kumimoji="1"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altLang="ja-JP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(Android</a:t>
            </a: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のみ</a:t>
            </a:r>
            <a:r>
              <a:rPr lang="en-US" altLang="ja-JP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80623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1FA4D5-CE1D-B241-3C55-E5A29DFDD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1719" y="685800"/>
            <a:ext cx="5208562" cy="1456267"/>
          </a:xfrm>
        </p:spPr>
        <p:txBody>
          <a:bodyPr>
            <a:normAutofit/>
          </a:bodyPr>
          <a:lstStyle/>
          <a:p>
            <a:r>
              <a:rPr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現在</a:t>
            </a:r>
            <a:r>
              <a:rPr lang="en-US" altLang="ja-JP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(</a:t>
            </a:r>
            <a:r>
              <a:rPr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今後</a:t>
            </a:r>
            <a:r>
              <a:rPr lang="en-US" altLang="ja-JP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)</a:t>
            </a:r>
            <a:r>
              <a:rPr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の</a:t>
            </a:r>
            <a:r>
              <a:rPr kumimoji="1"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作業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E02E1F-2A7A-0742-44F0-65E2904AA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765" y="2142067"/>
            <a:ext cx="8514470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・パスワード閲覧時に </a:t>
            </a:r>
            <a:r>
              <a:rPr lang="en-US" altLang="ja-JP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PIN/</a:t>
            </a: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生体認証を挟み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セキュリティ強化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lang="en-US" altLang="ja-JP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PIN</a:t>
            </a: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認証の入力回数制限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・パスワードを忘れた際の対処法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lang="en-US" altLang="ja-JP" sz="3600" b="1" dirty="0" err="1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ios</a:t>
            </a:r>
            <a:r>
              <a:rPr lang="ja-JP" altLang="en-US" sz="3600" b="1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での実装</a:t>
            </a:r>
            <a:endParaRPr lang="en-US" altLang="ja-JP" sz="3600" b="1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61610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6602AF9-A2E0-EE37-8038-4DC090C9E551}"/>
              </a:ext>
            </a:extLst>
          </p:cNvPr>
          <p:cNvSpPr txBox="1"/>
          <p:nvPr/>
        </p:nvSpPr>
        <p:spPr>
          <a:xfrm>
            <a:off x="0" y="2246384"/>
            <a:ext cx="11112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1C86698-96D9-4E64-8BDC-C75D45D530A4}"/>
              </a:ext>
            </a:extLst>
          </p:cNvPr>
          <p:cNvSpPr txBox="1"/>
          <p:nvPr/>
        </p:nvSpPr>
        <p:spPr>
          <a:xfrm>
            <a:off x="1110018" y="2259228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り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86C384F-6BC1-6DF9-236A-8E7C11956E2C}"/>
              </a:ext>
            </a:extLst>
          </p:cNvPr>
          <p:cNvSpPr txBox="1"/>
          <p:nvPr/>
        </p:nvSpPr>
        <p:spPr>
          <a:xfrm>
            <a:off x="2218014" y="2243947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1B52602-F6A6-190D-8FB2-6D26FA3EEB2D}"/>
              </a:ext>
            </a:extLst>
          </p:cNvPr>
          <p:cNvSpPr txBox="1"/>
          <p:nvPr/>
        </p:nvSpPr>
        <p:spPr>
          <a:xfrm>
            <a:off x="3326010" y="2243953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と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CB7165F-0462-8141-CE8E-D7D0415FAAA6}"/>
              </a:ext>
            </a:extLst>
          </p:cNvPr>
          <p:cNvSpPr txBox="1"/>
          <p:nvPr/>
        </p:nvSpPr>
        <p:spPr>
          <a:xfrm>
            <a:off x="4434006" y="2243954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う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56E4BCD-668F-D808-BCD7-194653AD5A0C}"/>
              </a:ext>
            </a:extLst>
          </p:cNvPr>
          <p:cNvSpPr txBox="1"/>
          <p:nvPr/>
        </p:nvSpPr>
        <p:spPr>
          <a:xfrm>
            <a:off x="5542002" y="2243954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ご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A4B444B-FE41-851A-66B4-B42CD77E3363}"/>
              </a:ext>
            </a:extLst>
          </p:cNvPr>
          <p:cNvSpPr txBox="1"/>
          <p:nvPr/>
        </p:nvSpPr>
        <p:spPr>
          <a:xfrm>
            <a:off x="6649998" y="2259228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ざ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5CCB344-96B4-87AC-6099-9E8C695DF6E3}"/>
              </a:ext>
            </a:extLst>
          </p:cNvPr>
          <p:cNvSpPr txBox="1"/>
          <p:nvPr/>
        </p:nvSpPr>
        <p:spPr>
          <a:xfrm>
            <a:off x="7757994" y="2259227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い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0874A65-E439-5F01-4A9F-B7B589A007AA}"/>
              </a:ext>
            </a:extLst>
          </p:cNvPr>
          <p:cNvSpPr txBox="1"/>
          <p:nvPr/>
        </p:nvSpPr>
        <p:spPr>
          <a:xfrm>
            <a:off x="8865990" y="2259226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ま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486E386-D414-DFF1-90A8-E7513D8D3796}"/>
              </a:ext>
            </a:extLst>
          </p:cNvPr>
          <p:cNvSpPr txBox="1"/>
          <p:nvPr/>
        </p:nvSpPr>
        <p:spPr>
          <a:xfrm>
            <a:off x="9973986" y="2259226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し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78312EC-D745-DC89-2435-39ABB6DEB252}"/>
              </a:ext>
            </a:extLst>
          </p:cNvPr>
          <p:cNvSpPr txBox="1"/>
          <p:nvPr/>
        </p:nvSpPr>
        <p:spPr>
          <a:xfrm>
            <a:off x="11081982" y="2259226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た</a:t>
            </a:r>
          </a:p>
        </p:txBody>
      </p:sp>
    </p:spTree>
    <p:extLst>
      <p:ext uri="{BB962C8B-B14F-4D97-AF65-F5344CB8AC3E}">
        <p14:creationId xmlns:p14="http://schemas.microsoft.com/office/powerpoint/2010/main" val="1509028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2.91667E-6 3.7037E-6 L -2.91667E-6 -0.07223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4" presetClass="emph" presetSubtype="0" fill="hold" nodeType="withEffect">
                                  <p:stCondLst>
                                    <p:cond delay="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1.875E-6 -2.22222E-6 L 1.875E-6 -0.07222 " pathEditMode="relative" rAng="0" ptsTypes="AA">
                                      <p:cBhvr>
                                        <p:cTn id="1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4" presetClass="emph" presetSubtype="0" fill="hold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3.54167E-6 1.11111E-6 L -3.54167E-6 -0.07222 " pathEditMode="relative" rAng="0" ptsTypes="AA">
                                      <p:cBhvr>
                                        <p:cTn id="1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4" presetClass="emph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1.04167E-6 1.11111E-6 L 1.04167E-6 -0.07222 " pathEditMode="relative" rAng="0" ptsTypes="AA">
                                      <p:cBhvr>
                                        <p:cTn id="2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2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34" presetClass="emph" presetSubtype="0" fill="hold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4.375E-6 1.11111E-6 L -4.375E-6 -0.07222 " pathEditMode="relative" rAng="0" ptsTypes="AA">
                                      <p:cBhvr>
                                        <p:cTn id="3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3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34" presetClass="emph" presetSubtype="0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2.08333E-7 1.11111E-6 L 2.08333E-7 -0.07222 " pathEditMode="relative" rAng="0" ptsTypes="AA">
                                      <p:cBhvr>
                                        <p:cTn id="3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3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34" presetClass="emph" presetSubtype="0" fill="hold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4.79167E-6 -2.22222E-6 L 4.79167E-6 -0.07222 " pathEditMode="relative" rAng="0" ptsTypes="AA">
                                      <p:cBhvr>
                                        <p:cTn id="4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4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34" presetClass="emph" presetSubtype="0" fill="hold" nodeType="withEffect">
                                  <p:stCondLst>
                                    <p:cond delay="7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6.25E-7 -2.22222E-6 L -6.25E-7 -0.07222 " pathEditMode="relative" rAng="0" ptsTypes="AA">
                                      <p:cBhvr>
                                        <p:cTn id="4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4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34" presetClass="emph" presetSubtype="0" fill="hold" nodeType="withEffect">
                                  <p:stCondLst>
                                    <p:cond delay="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3.95833E-6 -2.22222E-6 L 3.95833E-6 -0.07222 " pathEditMode="relative" rAng="0" ptsTypes="AA">
                                      <p:cBhvr>
                                        <p:cTn id="5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5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" presetID="34" presetClass="emph" presetSubtype="0" fill="hold" nodeType="withEffect">
                                  <p:stCondLst>
                                    <p:cond delay="9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6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6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" presetID="34" presetClass="emph" presetSubtype="0" fill="hold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3.125E-6 -2.22222E-6 L 3.125E-6 -0.07222 " pathEditMode="relative" rAng="0" ptsTypes="AA">
                                      <p:cBhvr>
                                        <p:cTn id="6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6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7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allAtOnce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天空">
  <a:themeElements>
    <a:clrScheme name="天空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天空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天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TM03457452[[fn=天空]]</Template>
  <TotalTime>455</TotalTime>
  <Words>221</Words>
  <Application>Microsoft Office PowerPoint</Application>
  <PresentationFormat>ワイド画面</PresentationFormat>
  <Paragraphs>51</Paragraphs>
  <Slides>8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6" baseType="lpstr">
      <vt:lpstr>HGP創英ﾌﾟﾚｾﾞﾝｽEB</vt:lpstr>
      <vt:lpstr>HGP創英角ﾎﾟｯﾌﾟ体</vt:lpstr>
      <vt:lpstr>HGS創英角ｺﾞｼｯｸUB</vt:lpstr>
      <vt:lpstr>游ゴシック</vt:lpstr>
      <vt:lpstr>Arial</vt:lpstr>
      <vt:lpstr>Calibri</vt:lpstr>
      <vt:lpstr>Calibri Light</vt:lpstr>
      <vt:lpstr>天空</vt:lpstr>
      <vt:lpstr>進捗状況報告書</vt:lpstr>
      <vt:lpstr>PowerPoint プレゼンテーション</vt:lpstr>
      <vt:lpstr>PowerPoint プレゼンテーション</vt:lpstr>
      <vt:lpstr>主な機能</vt:lpstr>
      <vt:lpstr>主な使用技術</vt:lpstr>
      <vt:lpstr>作成済みの機能</vt:lpstr>
      <vt:lpstr>現在(今後)の作業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rei aki</dc:creator>
  <cp:lastModifiedBy>shuto nakahara</cp:lastModifiedBy>
  <cp:revision>8</cp:revision>
  <dcterms:created xsi:type="dcterms:W3CDTF">2025-12-02T04:10:51Z</dcterms:created>
  <dcterms:modified xsi:type="dcterms:W3CDTF">2025-12-09T04:00:39Z</dcterms:modified>
</cp:coreProperties>
</file>