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"/>
  </p:notesMasterIdLst>
  <p:sldIdLst>
    <p:sldId id="256" r:id="rId2"/>
    <p:sldId id="261" r:id="rId3"/>
    <p:sldId id="258" r:id="rId4"/>
    <p:sldId id="257" r:id="rId5"/>
    <p:sldId id="259" r:id="rId6"/>
    <p:sldId id="260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E0C04-0C55-411B-ACF4-DE0B96A62C40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173B8-CD3F-4B0B-9633-C5F8294766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613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173B8-CD3F-4B0B-9633-C5F8294766B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4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3E81D4-3AD5-9CEE-369D-849119CA4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B05447-D648-D70A-6065-DF010DBC8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C7848E-D884-B49D-22AC-BA5E5EED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5CE0F7-FA8B-CB42-6CB3-DF71CBBA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A1CA9C-EB9B-4250-4D48-BA07E46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02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97B4DE-5A34-844B-8E75-8277E43C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B0EE24-EAC3-A799-D9C9-F6A8E3C0C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EA4081-2ED9-DB0C-631A-6546E890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4F534A-9BC5-C922-3E45-D7817F40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2EEAC7-9A09-2B9E-1729-AD5085CB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113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DDBD31-58DA-1B47-834A-6285156D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E98A19-9CE5-D980-9AEB-13ABAC546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10C98E-1D82-2E3E-AC58-6B3FE7A3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EEEA80-8332-0221-FED8-3C0A8261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11E5BD-E54F-39A9-F857-4B379196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26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2E7E58-8D21-9A77-E137-D539F0F83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45A801-B50A-9E7A-B4EE-42787CF20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13CF79-8460-5EE7-6EFF-3E460E554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956913-16F5-8A56-E41A-F8FF51ED3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31D4DB-CF1E-4223-353E-FA125F28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E7A7D8-C819-9EFE-3921-75234E3A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262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7944C-FF5C-0AB3-CF51-BE347A1C2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3452D3-010A-EEDE-01A8-ADFFC0E50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F8B963-D8D6-27BA-5B4C-DAD8D2137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6926E6-E52D-44DF-0848-EF348DD50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C114517-9D1E-0235-EAA8-DA2AF778E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D45839F-6902-BBFB-F8FA-E7245B50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214713-A5C4-685C-DA7C-52CB2312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2D2A42A-3F4E-D6C6-6B86-F2487D02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14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DE800A-AD15-351E-E56B-01A4BC25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073FD3A-A358-8C06-C92F-07DCF236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D11831-1F79-774F-F9CB-EE60C5D47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650A9E-792B-045D-1C71-622D28038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591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6D6142E-C519-5C28-096C-469D1142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48C1BE-5AB1-B878-4E05-006BCD82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417A7A-C65A-C35B-4272-FE9179C6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58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E6FB03-78BF-DF02-33FE-6749552A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86D24C-38D9-90C3-C6E3-C99A15800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1B66B1-91AE-B749-90C2-DF10C013A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3FB940-DC8C-754B-E1C6-8190510A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F07F80-83CA-B262-412B-80AF3B77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CDC150-D3D9-AC74-C9D7-6061E3C0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0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2F2416-8EBE-8DAA-620B-2A66AF1DD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433342-4BA5-E2C2-B182-F205AED61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890DB4-B0EB-8ED5-CD79-0775D0292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98CC54-4364-3EF7-54DA-62F19CA0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AD2D95-F7EA-FD3B-AD7E-1EE37154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0787B5-2318-1FE9-BFD8-73276FED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20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BFE415-5ECD-A11C-2F3B-3FA9BBC5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5E4599-3A67-43F4-D2C4-C17613FE2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BCB82D-853C-6354-E744-D60A4C6B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587F9F-4537-5AC9-01C6-E6372D54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DB0040-E16F-603A-A0D4-B13D64C6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5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C9B1085-D67C-573C-B4C9-AA4288E5F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FC2C8B-694A-731E-1BE5-D9E1A3EA6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6E6F52-E81D-6A68-7771-446C22BF5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346613-F3C7-F5DD-AC05-F8958B4A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0DBB99-5787-7A94-8F0D-90097917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58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E2C450-A096-A5E1-0F9D-99D1D6772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D3812B-6354-936D-A6B0-74C5AD59E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E0D4AE-911D-8F95-6F3D-306DDE293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E4EE6E-6B28-85FA-1A74-431C6AFBB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6C2796-9B3B-B3F5-4252-97B64C905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861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E6DA1-54DF-6B63-FEF7-85975D11D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0714" y="2876806"/>
            <a:ext cx="6630572" cy="1104388"/>
          </a:xfrm>
        </p:spPr>
        <p:txBody>
          <a:bodyPr>
            <a:normAutofit/>
          </a:bodyPr>
          <a:lstStyle/>
          <a:p>
            <a:r>
              <a:rPr kumimoji="1" lang="ja-JP" altLang="en-US" sz="72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進捗状況報告書</a:t>
            </a:r>
          </a:p>
        </p:txBody>
      </p:sp>
    </p:spTree>
    <p:extLst>
      <p:ext uri="{BB962C8B-B14F-4D97-AF65-F5344CB8AC3E}">
        <p14:creationId xmlns:p14="http://schemas.microsoft.com/office/powerpoint/2010/main" val="2235172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B2AD7-B2E3-AC14-AC4B-2D06A5C8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BBFB8D-39F8-1638-BD56-B5C2C2F47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006" y="2415905"/>
            <a:ext cx="9279988" cy="20261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Android</a:t>
            </a:r>
            <a:r>
              <a:rPr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</a:t>
            </a:r>
            <a:r>
              <a:rPr lang="en-US" altLang="ja-JP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の両方で使用できる</a:t>
            </a:r>
            <a:endParaRPr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 algn="ctr">
              <a:buNone/>
            </a:pPr>
            <a:r>
              <a:rPr lang="ja-JP" alt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パスワード管理アプリ</a:t>
            </a:r>
            <a:endParaRPr lang="en-US" altLang="ja-JP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7455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78663C-3BAA-26AA-D358-E959E1B16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813" y="634086"/>
            <a:ext cx="2708373" cy="1456267"/>
          </a:xfrm>
        </p:spPr>
        <p:txBody>
          <a:bodyPr>
            <a:normAutofit/>
          </a:bodyPr>
          <a:lstStyle/>
          <a:p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主な機能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B4AEE0-6B2A-7953-D025-AB91CB4F2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451556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・ランダムで強力なパスワードを</a:t>
            </a:r>
            <a:r>
              <a:rPr lang="ja-JP" altLang="en-US" sz="4000" u="sng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自動生成機能</a:t>
            </a:r>
            <a:endParaRPr lang="en-US" altLang="ja-JP" sz="4000" u="sng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・サイト名、ユーザー名、パスワード、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URL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を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ローカルデータベースに安全に保存する機能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2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23E479-87CC-1B4C-3BC8-317F0B219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700" y="880374"/>
            <a:ext cx="3964600" cy="984561"/>
          </a:xfrm>
        </p:spPr>
        <p:txBody>
          <a:bodyPr>
            <a:noAutofit/>
          </a:bodyPr>
          <a:lstStyle/>
          <a:p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主な使用技術</a:t>
            </a:r>
            <a:endParaRPr kumimoji="1" lang="ja-JP" altLang="en-US" sz="4800" b="1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639D34-B223-6814-4644-AA3C5E7C8FD8}"/>
              </a:ext>
            </a:extLst>
          </p:cNvPr>
          <p:cNvSpPr txBox="1"/>
          <p:nvPr/>
        </p:nvSpPr>
        <p:spPr>
          <a:xfrm>
            <a:off x="643595" y="2480058"/>
            <a:ext cx="10904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Flutter</a:t>
            </a:r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</a:t>
            </a:r>
            <a:r>
              <a:rPr kumimoji="1" lang="en-US" altLang="ja-JP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Android</a:t>
            </a:r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</a:t>
            </a:r>
            <a:r>
              <a:rPr kumimoji="1" lang="en-US" altLang="ja-JP" sz="3200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の両方に対応するためフレームワーク）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8CEDB40-3B23-A8C2-DF09-B5C9A711B116}"/>
              </a:ext>
            </a:extLst>
          </p:cNvPr>
          <p:cNvSpPr txBox="1"/>
          <p:nvPr/>
        </p:nvSpPr>
        <p:spPr>
          <a:xfrm>
            <a:off x="643595" y="3208393"/>
            <a:ext cx="6997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Dart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Flutter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と相性のいい開発言語）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64866F8-636C-5F8C-1843-F0AB65E73469}"/>
              </a:ext>
            </a:extLst>
          </p:cNvPr>
          <p:cNvSpPr txBox="1"/>
          <p:nvPr/>
        </p:nvSpPr>
        <p:spPr>
          <a:xfrm>
            <a:off x="643595" y="4003231"/>
            <a:ext cx="11083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Isar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（データの保存や管理をするためのローカルデータベース）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0C90197-404B-E4EE-7296-9159D71116A2}"/>
              </a:ext>
            </a:extLst>
          </p:cNvPr>
          <p:cNvSpPr txBox="1"/>
          <p:nvPr/>
        </p:nvSpPr>
        <p:spPr>
          <a:xfrm>
            <a:off x="643595" y="4726292"/>
            <a:ext cx="7931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b="1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flutter_secure_storage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(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機密情報の保管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)</a:t>
            </a:r>
            <a:endParaRPr kumimoji="1" lang="ja-JP" altLang="en-US" sz="32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769E9E-526F-4B96-D4F5-59DBCBF6A72E}"/>
              </a:ext>
            </a:extLst>
          </p:cNvPr>
          <p:cNvSpPr txBox="1"/>
          <p:nvPr/>
        </p:nvSpPr>
        <p:spPr>
          <a:xfrm>
            <a:off x="643595" y="5449353"/>
            <a:ext cx="10094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AES-256 GCM(encrypt </a:t>
            </a:r>
            <a:r>
              <a:rPr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パッケージを使用した暗号化</a:t>
            </a:r>
            <a:r>
              <a:rPr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)</a:t>
            </a:r>
            <a:endParaRPr kumimoji="1" lang="ja-JP" altLang="en-US" sz="32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212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7EB08-19ED-1515-291B-3B548857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804" y="472440"/>
            <a:ext cx="4533313" cy="1456267"/>
          </a:xfrm>
        </p:spPr>
        <p:txBody>
          <a:bodyPr>
            <a:normAutofit/>
          </a:bodyPr>
          <a:lstStyle/>
          <a:p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作成済みの機能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D6F9FD-DBA3-D112-CDF9-C53441337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2574" y="2325794"/>
            <a:ext cx="7346851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・パスワード自動生成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・パスワード登録、編集、コピー、削除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コードによる認証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・保存するデータの暗号化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・ローカル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による永続化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3789F3B-F746-95D7-8EF1-4788B81E4473}"/>
              </a:ext>
            </a:extLst>
          </p:cNvPr>
          <p:cNvSpPr txBox="1">
            <a:spLocks/>
          </p:cNvSpPr>
          <p:nvPr/>
        </p:nvSpPr>
        <p:spPr>
          <a:xfrm>
            <a:off x="6922103" y="869527"/>
            <a:ext cx="3108161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(Android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のみ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062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1FA4D5-CE1D-B241-3C55-E5A29DFD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719" y="685800"/>
            <a:ext cx="5208562" cy="1456267"/>
          </a:xfrm>
        </p:spPr>
        <p:txBody>
          <a:bodyPr>
            <a:normAutofit/>
          </a:bodyPr>
          <a:lstStyle/>
          <a:p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現在</a:t>
            </a:r>
            <a:r>
              <a:rPr lang="en-US" altLang="ja-JP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(</a:t>
            </a:r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今後</a:t>
            </a:r>
            <a:r>
              <a:rPr lang="en-US" altLang="ja-JP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)</a:t>
            </a:r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の</a:t>
            </a:r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作業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E02E1F-2A7A-0742-44F0-65E2904AA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765" y="2142067"/>
            <a:ext cx="8514470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・パスワード閲覧時に 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PIN/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生体認証を挟み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セキュリティ強化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認証の入力回数制限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・パスワードを忘れた際の対処法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600" b="1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での実装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161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602AF9-A2E0-EE37-8038-4DC090C9E551}"/>
              </a:ext>
            </a:extLst>
          </p:cNvPr>
          <p:cNvSpPr txBox="1"/>
          <p:nvPr/>
        </p:nvSpPr>
        <p:spPr>
          <a:xfrm>
            <a:off x="0" y="2246384"/>
            <a:ext cx="11112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C86698-96D9-4E64-8BDC-C75D45D530A4}"/>
              </a:ext>
            </a:extLst>
          </p:cNvPr>
          <p:cNvSpPr txBox="1"/>
          <p:nvPr/>
        </p:nvSpPr>
        <p:spPr>
          <a:xfrm>
            <a:off x="1110018" y="2259228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り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86C384F-6BC1-6DF9-236A-8E7C11956E2C}"/>
              </a:ext>
            </a:extLst>
          </p:cNvPr>
          <p:cNvSpPr txBox="1"/>
          <p:nvPr/>
        </p:nvSpPr>
        <p:spPr>
          <a:xfrm>
            <a:off x="2218014" y="2243947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B52602-F6A6-190D-8FB2-6D26FA3EEB2D}"/>
              </a:ext>
            </a:extLst>
          </p:cNvPr>
          <p:cNvSpPr txBox="1"/>
          <p:nvPr/>
        </p:nvSpPr>
        <p:spPr>
          <a:xfrm>
            <a:off x="3326010" y="2243953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と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CB7165F-0462-8141-CE8E-D7D0415FAAA6}"/>
              </a:ext>
            </a:extLst>
          </p:cNvPr>
          <p:cNvSpPr txBox="1"/>
          <p:nvPr/>
        </p:nvSpPr>
        <p:spPr>
          <a:xfrm>
            <a:off x="4434006" y="2243954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う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6E4BCD-668F-D808-BCD7-194653AD5A0C}"/>
              </a:ext>
            </a:extLst>
          </p:cNvPr>
          <p:cNvSpPr txBox="1"/>
          <p:nvPr/>
        </p:nvSpPr>
        <p:spPr>
          <a:xfrm>
            <a:off x="5542002" y="2243954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ご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A4B444B-FE41-851A-66B4-B42CD77E3363}"/>
              </a:ext>
            </a:extLst>
          </p:cNvPr>
          <p:cNvSpPr txBox="1"/>
          <p:nvPr/>
        </p:nvSpPr>
        <p:spPr>
          <a:xfrm>
            <a:off x="6649998" y="2259228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ざ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CCB344-96B4-87AC-6099-9E8C695DF6E3}"/>
              </a:ext>
            </a:extLst>
          </p:cNvPr>
          <p:cNvSpPr txBox="1"/>
          <p:nvPr/>
        </p:nvSpPr>
        <p:spPr>
          <a:xfrm>
            <a:off x="7757994" y="2259227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874A65-E439-5F01-4A9F-B7B589A007AA}"/>
              </a:ext>
            </a:extLst>
          </p:cNvPr>
          <p:cNvSpPr txBox="1"/>
          <p:nvPr/>
        </p:nvSpPr>
        <p:spPr>
          <a:xfrm>
            <a:off x="8865990" y="225922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ま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486E386-D414-DFF1-90A8-E7513D8D3796}"/>
              </a:ext>
            </a:extLst>
          </p:cNvPr>
          <p:cNvSpPr txBox="1"/>
          <p:nvPr/>
        </p:nvSpPr>
        <p:spPr>
          <a:xfrm>
            <a:off x="9973986" y="225922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し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78312EC-D745-DC89-2435-39ABB6DEB252}"/>
              </a:ext>
            </a:extLst>
          </p:cNvPr>
          <p:cNvSpPr txBox="1"/>
          <p:nvPr/>
        </p:nvSpPr>
        <p:spPr>
          <a:xfrm>
            <a:off x="11081982" y="225922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た</a:t>
            </a:r>
          </a:p>
        </p:txBody>
      </p:sp>
    </p:spTree>
    <p:extLst>
      <p:ext uri="{BB962C8B-B14F-4D97-AF65-F5344CB8AC3E}">
        <p14:creationId xmlns:p14="http://schemas.microsoft.com/office/powerpoint/2010/main" val="150902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91667E-6 3.7037E-6 L -2.91667E-6 -0.07223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1.875E-6 -2.22222E-6 L 1.875E-6 -0.07222 " pathEditMode="relative" rAng="0" ptsTypes="AA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4" presetClass="emph" presetSubtype="0" fill="hold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54167E-6 1.11111E-6 L -3.54167E-6 -0.07222 " pathEditMode="relative" rAng="0" ptsTypes="AA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1.04167E-6 1.11111E-6 L 1.04167E-6 -0.07222 " pathEditMode="relative" rAng="0" ptsTypes="AA">
                                      <p:cBhvr>
                                        <p:cTn id="2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4" presetClass="emph" presetSubtype="0" fill="hold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375E-6 1.11111E-6 L -4.375E-6 -0.07222 " pathEditMode="relative" rAng="0" ptsTypes="AA">
                                      <p:cBhvr>
                                        <p:cTn id="3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4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08333E-7 1.11111E-6 L 2.08333E-7 -0.07222 " pathEditMode="relative" rAng="0" ptsTypes="AA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4" presetClass="emph" presetSubtype="0" fill="hold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4.79167E-6 -2.22222E-6 L 4.79167E-6 -0.07222 " pathEditMode="relative" rAng="0" ptsTypes="AA">
                                      <p:cBhvr>
                                        <p:cTn id="4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4" presetClass="emph" presetSubtype="0" fill="hold" nodeType="withEffect">
                                  <p:stCondLst>
                                    <p:cond delay="7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6.25E-7 -2.22222E-6 L -6.25E-7 -0.07222 " pathEditMode="relative" rAng="0" ptsTypes="AA">
                                      <p:cBhvr>
                                        <p:cTn id="4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4" presetClass="emph" presetSubtype="0" fill="hold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95833E-6 -2.22222E-6 L 3.95833E-6 -0.07222 " pathEditMode="relative" rAng="0" ptsTypes="AA">
                                      <p:cBhvr>
                                        <p:cTn id="5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5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4" presetClass="emph" presetSubtype="0" fill="hold" nodeType="withEffect">
                                  <p:stCondLst>
                                    <p:cond delay="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4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125E-6 -2.22222E-6 L 3.125E-6 -0.07222 " pathEditMode="relative" rAng="0" ptsTypes="AA">
                                      <p:cBhvr>
                                        <p:cTn id="6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6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</TotalTime>
  <Words>198</Words>
  <Application>Microsoft Office PowerPoint</Application>
  <PresentationFormat>ワイド画面</PresentationFormat>
  <Paragraphs>39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HGP創英角ﾎﾟｯﾌﾟ体</vt:lpstr>
      <vt:lpstr>HGS創英角ｺﾞｼｯｸUB</vt:lpstr>
      <vt:lpstr>游ゴシック</vt:lpstr>
      <vt:lpstr>游ゴシック Light</vt:lpstr>
      <vt:lpstr>Arial</vt:lpstr>
      <vt:lpstr>Office テーマ</vt:lpstr>
      <vt:lpstr>進捗状況報告書</vt:lpstr>
      <vt:lpstr>PowerPoint プレゼンテーション</vt:lpstr>
      <vt:lpstr>主な機能</vt:lpstr>
      <vt:lpstr>主な使用技術</vt:lpstr>
      <vt:lpstr>作成済みの機能</vt:lpstr>
      <vt:lpstr>現在(今後)の作業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 aki</dc:creator>
  <cp:lastModifiedBy>shuto nakahara</cp:lastModifiedBy>
  <cp:revision>9</cp:revision>
  <dcterms:created xsi:type="dcterms:W3CDTF">2025-12-02T04:10:51Z</dcterms:created>
  <dcterms:modified xsi:type="dcterms:W3CDTF">2025-12-09T04:07:31Z</dcterms:modified>
</cp:coreProperties>
</file>