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  <p:sldMasterId id="2147483690" r:id="rId2"/>
  </p:sldMasterIdLst>
  <p:notesMasterIdLst>
    <p:notesMasterId r:id="rId23"/>
  </p:notesMasterIdLst>
  <p:sldIdLst>
    <p:sldId id="256" r:id="rId3"/>
    <p:sldId id="261" r:id="rId4"/>
    <p:sldId id="258" r:id="rId5"/>
    <p:sldId id="257" r:id="rId6"/>
    <p:sldId id="259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60" r:id="rId21"/>
    <p:sldId id="263" r:id="rId2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5E0C04-0C55-411B-ACF4-DE0B96A62C40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4173B8-CD3F-4B0B-9633-C5F8294766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613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173B8-CD3F-4B0B-9633-C5F8294766B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843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3E81D4-3AD5-9CEE-369D-849119CA42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FB05447-D648-D70A-6065-DF010DBC87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C7848E-D884-B49D-22AC-BA5E5EED6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95CE0F7-FA8B-CB42-6CB3-DF71CBBA5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A1CA9C-EB9B-4250-4D48-BA07E4625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7027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97B4DE-5A34-844B-8E75-8277E43C2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B0EE24-EAC3-A799-D9C9-F6A8E3C0C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FEA4081-2ED9-DB0C-631A-6546E8901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34F534A-9BC5-C922-3E45-D7817F407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2EEAC7-9A09-2B9E-1729-AD5085CB6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3113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DDBD31-58DA-1B47-834A-6285156DB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1E98A19-9CE5-D980-9AEB-13ABAC546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10C98E-1D82-2E3E-AC58-6B3FE7A39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5EEEA80-8332-0221-FED8-3C0A8261C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11E5BD-E54F-39A9-F857-4B3791960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4266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2E7E58-8D21-9A77-E137-D539F0F83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45A801-B50A-9E7A-B4EE-42787CF20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413CF79-8460-5EE7-6EFF-3E460E554D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A956913-16F5-8A56-E41A-F8FF51ED3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331D4DB-CF1E-4223-353E-FA125F28C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DE7A7D8-C819-9EFE-3921-75234E3A5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2622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B7944C-FF5C-0AB3-CF51-BE347A1C2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93452D3-010A-EEDE-01A8-ADFFC0E50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0F8B963-D8D6-27BA-5B4C-DAD8D2137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66926E6-E52D-44DF-0848-EF348DD50E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C114517-9D1E-0235-EAA8-DA2AF778EE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D45839F-6902-BBFB-F8FA-E7245B50F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7214713-A5C4-685C-DA7C-52CB23127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2D2A42A-3F4E-D6C6-6B86-F2487D02A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9149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DE800A-AD15-351E-E56B-01A4BC25C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073FD3A-A358-8C06-C92F-07DCF236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ED11831-1F79-774F-F9CB-EE60C5D47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3650A9E-792B-045D-1C71-622D28038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5917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6D6142E-C519-5C28-096C-469D11426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248C1BE-5AB1-B878-4E05-006BCD82B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A417A7A-C65A-C35B-4272-FE9179C69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3584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E6FB03-78BF-DF02-33FE-6749552AD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86D24C-38D9-90C3-C6E3-C99A15800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E1B66B1-91AE-B749-90C2-DF10C013A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B3FB940-DC8C-754B-E1C6-8190510A9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EF07F80-83CA-B262-412B-80AF3B770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DCDC150-D3D9-AC74-C9D7-6061E3C0C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1019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2F2416-8EBE-8DAA-620B-2A66AF1DD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5433342-4BA5-E2C2-B182-F205AED619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B890DB4-B0EB-8ED5-CD79-0775D0292E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098CC54-4364-3EF7-54DA-62F19CA0E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4AD2D95-F7EA-FD3B-AD7E-1EE371542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40787B5-2318-1FE9-BFD8-73276FED9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1204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BFE415-5ECD-A11C-2F3B-3FA9BBC57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45E4599-3A67-43F4-D2C4-C17613FE25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3BCB82D-853C-6354-E744-D60A4C6B4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587F9F-4537-5AC9-01C6-E6372D54D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DB0040-E16F-603A-A0D4-B13D64C6C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154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C9B1085-D67C-573C-B4C9-AA4288E5F4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AFC2C8B-694A-731E-1BE5-D9E1A3EA65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6E6F52-E81D-6A68-7771-446C22BF5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346613-F3C7-F5DD-AC05-F8958B4A3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40DBB99-5787-7A94-8F0D-90097917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9581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06377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37765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18792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94815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61114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89143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95856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51997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53669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90855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86849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935639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66306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997330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56526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05947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0712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BE2C450-A096-A5E1-0F9D-99D1D6772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7D3812B-6354-936D-A6B0-74C5AD59E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E0D4AE-911D-8F95-6F3D-306DDE293D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9E4EE6E-6B28-85FA-1A74-431C6AFBB0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6C2796-9B3B-B3F5-4252-97B64C905D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8615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27580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BE6DA1-54DF-6B63-FEF7-85975D11DF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0714" y="2876806"/>
            <a:ext cx="6630572" cy="1104388"/>
          </a:xfrm>
        </p:spPr>
        <p:txBody>
          <a:bodyPr>
            <a:normAutofit/>
          </a:bodyPr>
          <a:lstStyle/>
          <a:p>
            <a:r>
              <a:rPr kumimoji="1" lang="ja-JP" altLang="en-US" sz="72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進捗状況報告書</a:t>
            </a:r>
          </a:p>
        </p:txBody>
      </p:sp>
    </p:spTree>
    <p:extLst>
      <p:ext uri="{BB962C8B-B14F-4D97-AF65-F5344CB8AC3E}">
        <p14:creationId xmlns:p14="http://schemas.microsoft.com/office/powerpoint/2010/main" val="2235172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B2AD7-B2E3-AC14-AC4B-2D06A5C89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BBFB8D-39F8-1638-BD56-B5C2C2F47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6006" y="2415905"/>
            <a:ext cx="9279988" cy="202619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ja-JP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Android</a:t>
            </a:r>
            <a:r>
              <a:rPr lang="ja-JP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と</a:t>
            </a:r>
            <a:r>
              <a:rPr lang="en-US" altLang="ja-JP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ios</a:t>
            </a:r>
            <a:r>
              <a:rPr lang="ja-JP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の両方で使用できる</a:t>
            </a:r>
            <a:endParaRPr lang="en-US" altLang="ja-JP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 algn="ctr">
              <a:buNone/>
            </a:pPr>
            <a:r>
              <a:rPr lang="ja-JP" altLang="en-US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パスワード管理アプリ</a:t>
            </a:r>
            <a:endParaRPr lang="en-US" altLang="ja-JP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1745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78663C-3BAA-26AA-D358-E959E1B16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1813" y="634086"/>
            <a:ext cx="2708373" cy="1456267"/>
          </a:xfrm>
        </p:spPr>
        <p:txBody>
          <a:bodyPr>
            <a:normAutofit/>
          </a:bodyPr>
          <a:lstStyle/>
          <a:p>
            <a:r>
              <a:rPr kumimoji="1" lang="ja-JP" altLang="en-US" sz="48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主な機能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B4AEE0-6B2A-7953-D025-AB91CB4F2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451556"/>
            <a:ext cx="10131425" cy="36491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・ランダムで強力なパスワードを</a:t>
            </a:r>
            <a:r>
              <a:rPr lang="ja-JP" altLang="en-US" sz="4000" u="sng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自動生成機能</a:t>
            </a:r>
            <a:endParaRPr lang="en-US" altLang="ja-JP" sz="4000" u="sng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endParaRPr lang="en-US" altLang="ja-JP" sz="4000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・サイト名、ユーザー名、パスワード、</a:t>
            </a:r>
            <a:r>
              <a:rPr lang="en-US" altLang="ja-JP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URL</a:t>
            </a:r>
            <a:r>
              <a:rPr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を</a:t>
            </a:r>
            <a:endParaRPr lang="en-US" altLang="ja-JP" sz="4000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　ローカルデータベースに安全に保存する機能</a:t>
            </a:r>
            <a:endParaRPr lang="en-US" altLang="ja-JP" sz="4000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629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23E479-87CC-1B4C-3BC8-317F0B219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3700" y="880374"/>
            <a:ext cx="3964600" cy="984561"/>
          </a:xfrm>
        </p:spPr>
        <p:txBody>
          <a:bodyPr>
            <a:noAutofit/>
          </a:bodyPr>
          <a:lstStyle/>
          <a:p>
            <a:r>
              <a:rPr lang="ja-JP" altLang="en-US" sz="48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主な使用技術</a:t>
            </a:r>
            <a:endParaRPr kumimoji="1" lang="ja-JP" altLang="en-US" sz="4800" b="1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B639D34-B223-6814-4644-AA3C5E7C8FD8}"/>
              </a:ext>
            </a:extLst>
          </p:cNvPr>
          <p:cNvSpPr txBox="1"/>
          <p:nvPr/>
        </p:nvSpPr>
        <p:spPr>
          <a:xfrm>
            <a:off x="643595" y="2480058"/>
            <a:ext cx="10904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</a:t>
            </a:r>
            <a:r>
              <a:rPr kumimoji="1" lang="en-US" altLang="ja-JP" sz="32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Flutter</a:t>
            </a:r>
            <a:r>
              <a:rPr kumimoji="1" lang="ja-JP" altLang="en-US" sz="32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（</a:t>
            </a:r>
            <a:r>
              <a:rPr kumimoji="1" lang="en-US" altLang="ja-JP" sz="32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Android</a:t>
            </a:r>
            <a:r>
              <a:rPr kumimoji="1" lang="ja-JP" altLang="en-US" sz="32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と</a:t>
            </a:r>
            <a:r>
              <a:rPr kumimoji="1" lang="en-US" altLang="ja-JP" sz="3200" dirty="0" err="1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ios</a:t>
            </a:r>
            <a:r>
              <a:rPr kumimoji="1" lang="ja-JP" altLang="en-US" sz="32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の両方に対応するためフレームワーク）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8CEDB40-3B23-A8C2-DF09-B5C9A711B116}"/>
              </a:ext>
            </a:extLst>
          </p:cNvPr>
          <p:cNvSpPr txBox="1"/>
          <p:nvPr/>
        </p:nvSpPr>
        <p:spPr>
          <a:xfrm>
            <a:off x="643595" y="3208393"/>
            <a:ext cx="69974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</a:t>
            </a:r>
            <a:r>
              <a:rPr kumimoji="1" lang="en-US" altLang="ja-JP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Dart</a:t>
            </a:r>
            <a:r>
              <a:rPr kumimoji="1" lang="ja-JP" altLang="en-US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（</a:t>
            </a:r>
            <a:r>
              <a:rPr kumimoji="1" lang="en-US" altLang="ja-JP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Flutter</a:t>
            </a:r>
            <a:r>
              <a:rPr kumimoji="1" lang="ja-JP" altLang="en-US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と相性のいい開発言語）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64866F8-636C-5F8C-1843-F0AB65E73469}"/>
              </a:ext>
            </a:extLst>
          </p:cNvPr>
          <p:cNvSpPr txBox="1"/>
          <p:nvPr/>
        </p:nvSpPr>
        <p:spPr>
          <a:xfrm>
            <a:off x="643595" y="4003231"/>
            <a:ext cx="110834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</a:t>
            </a:r>
            <a:r>
              <a:rPr kumimoji="1" lang="en-US" altLang="ja-JP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Isar</a:t>
            </a:r>
            <a:r>
              <a:rPr kumimoji="1" lang="ja-JP" altLang="en-US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（データの保存や管理をするためのローカルデータベース）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0C90197-404B-E4EE-7296-9159D71116A2}"/>
              </a:ext>
            </a:extLst>
          </p:cNvPr>
          <p:cNvSpPr txBox="1"/>
          <p:nvPr/>
        </p:nvSpPr>
        <p:spPr>
          <a:xfrm>
            <a:off x="643595" y="4726292"/>
            <a:ext cx="79319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</a:t>
            </a:r>
            <a:r>
              <a:rPr kumimoji="1" lang="en-US" altLang="ja-JP" sz="3200" b="1" dirty="0" err="1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flutter_secure_storage</a:t>
            </a:r>
            <a:r>
              <a:rPr kumimoji="1" lang="en-US" altLang="ja-JP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(</a:t>
            </a:r>
            <a:r>
              <a:rPr kumimoji="1" lang="ja-JP" altLang="en-US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機密情報の保管</a:t>
            </a:r>
            <a:r>
              <a:rPr kumimoji="1" lang="en-US" altLang="ja-JP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)</a:t>
            </a:r>
            <a:endParaRPr kumimoji="1" lang="ja-JP" altLang="en-US" sz="32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0769E9E-526F-4B96-D4F5-59DBCBF6A72E}"/>
              </a:ext>
            </a:extLst>
          </p:cNvPr>
          <p:cNvSpPr txBox="1"/>
          <p:nvPr/>
        </p:nvSpPr>
        <p:spPr>
          <a:xfrm>
            <a:off x="643595" y="5449353"/>
            <a:ext cx="100944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</a:t>
            </a:r>
            <a:r>
              <a:rPr lang="en-US" altLang="ja-JP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AES-256 GCM(encrypt </a:t>
            </a:r>
            <a:r>
              <a:rPr lang="ja-JP" altLang="en-US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パッケージを使用した暗号化</a:t>
            </a:r>
            <a:r>
              <a:rPr lang="en-US" altLang="ja-JP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)</a:t>
            </a:r>
            <a:endParaRPr kumimoji="1" lang="ja-JP" altLang="en-US" sz="32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32120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37EB08-19ED-1515-291B-3B5488570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804" y="472440"/>
            <a:ext cx="4533313" cy="1456267"/>
          </a:xfrm>
        </p:spPr>
        <p:txBody>
          <a:bodyPr>
            <a:normAutofit/>
          </a:bodyPr>
          <a:lstStyle/>
          <a:p>
            <a:r>
              <a:rPr kumimoji="1" lang="ja-JP" altLang="en-US" sz="48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作成済みの機能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D6F9FD-DBA3-D112-CDF9-C53441337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2574" y="2325794"/>
            <a:ext cx="7346851" cy="36491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・パスワード自動生成</a:t>
            </a:r>
            <a:endParaRPr lang="en-US" altLang="ja-JP" sz="36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・パスワード登録、編集、コピー、削除</a:t>
            </a:r>
            <a:endParaRPr lang="en-US" altLang="ja-JP" sz="36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</a:t>
            </a:r>
            <a:r>
              <a:rPr lang="en-US" altLang="ja-JP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PIN</a:t>
            </a: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コードによる認証</a:t>
            </a:r>
            <a:endParaRPr lang="en-US" altLang="ja-JP" sz="36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・保存するデータの暗号化</a:t>
            </a:r>
            <a:endParaRPr lang="en-US" altLang="ja-JP" sz="36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・ローカル</a:t>
            </a:r>
            <a:r>
              <a:rPr lang="en-US" altLang="ja-JP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DB</a:t>
            </a: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による永続化</a:t>
            </a:r>
            <a:endParaRPr lang="en-US" altLang="ja-JP" sz="36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endParaRPr kumimoji="1" lang="en-US" altLang="ja-JP" dirty="0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63789F3B-F746-95D7-8EF1-4788B81E4473}"/>
              </a:ext>
            </a:extLst>
          </p:cNvPr>
          <p:cNvSpPr txBox="1">
            <a:spLocks/>
          </p:cNvSpPr>
          <p:nvPr/>
        </p:nvSpPr>
        <p:spPr>
          <a:xfrm>
            <a:off x="6922103" y="869527"/>
            <a:ext cx="3108161" cy="777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kumimoji="1"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kumimoji="1"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kumimoji="1"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kumimoji="1"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kumimoji="1"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kumimoji="1"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kumimoji="1"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kumimoji="1"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kumimoji="1"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altLang="ja-JP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(Android</a:t>
            </a: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のみ</a:t>
            </a:r>
            <a:r>
              <a:rPr lang="en-US" altLang="ja-JP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80623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5F478B1F-C13F-23F0-7DE8-225F778EFC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7837" y="1714500"/>
            <a:ext cx="1914163" cy="342900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EEE7FD6E-5833-CA46-22F7-2F21EDFE5B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614" y="0"/>
            <a:ext cx="38367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755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97C0A6D-D4E1-FFCA-F072-81DF8F4F19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837" y="0"/>
            <a:ext cx="3828326" cy="68580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0819AB0B-824B-E85E-F9B0-C98F9295B7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8915"/>
            <a:ext cx="1915886" cy="3424321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E9FF127B-C140-20BF-9CC7-BE8E5C052E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6114" y="1718915"/>
            <a:ext cx="1915886" cy="343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310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B7F8395-B343-12A0-6ADE-69BEF51049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254" y="0"/>
            <a:ext cx="3825492" cy="68580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47B7DFD8-2DC2-9D0B-F851-44EA82E12B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4500"/>
            <a:ext cx="1914163" cy="3429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D05F95E7-5E48-4858-D761-542D4CA84E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7837" y="1714500"/>
            <a:ext cx="1913659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936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5052A-D9EA-7FBD-6A0B-3EDF3AD83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6877ED2-9732-F7EC-97A8-3D9161E17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4" y="1709963"/>
            <a:ext cx="1915886" cy="3434629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608C6BC6-4397-6C8B-17F7-E6238F3B6B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254" y="3273"/>
            <a:ext cx="3825492" cy="6854727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15EB12A1-56A0-A4C8-925A-12258D4C12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4828" y="1717779"/>
            <a:ext cx="1907172" cy="3426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257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2B2E2-5A6B-225C-1016-EE287CE09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918AF362-3D66-20BF-A234-E6E1DB49B0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37" y="1714500"/>
            <a:ext cx="1913659" cy="342900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AD9850D2-DA09-BA20-56AE-327188C77C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7611" y="0"/>
            <a:ext cx="3816778" cy="68580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8DA307B0-17B5-FE3A-5F0C-0480287BC1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6430" y="1714500"/>
            <a:ext cx="191557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023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4AD68-C12B-41BD-FC43-1EF549796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2756B671-85CA-79A8-EBB3-366D6FBE9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5" y="1838148"/>
            <a:ext cx="1908389" cy="34290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5C54B1CB-8317-75CF-672B-D76E30A901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0430" y="0"/>
            <a:ext cx="3831140" cy="685800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26ABC4A5-AAC7-CD76-A31D-D713B8362A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4896" y="1899972"/>
            <a:ext cx="1917104" cy="3305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993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D6FCF-2CCC-5792-6E95-AC02F7F3A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D29BBFE5-2DD6-2184-4905-5DE1C5805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42289"/>
            <a:ext cx="1915886" cy="3429566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A62B7C9-BA11-52CD-9700-060963D2DD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6113" y="1770927"/>
            <a:ext cx="1915887" cy="3400928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30F0C91B-6F36-48FC-B8CF-727E286539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1514" y="0"/>
            <a:ext cx="38489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155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B4A0B-5707-44D4-4727-AC4083519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F0C6F924-22A4-2AF6-A015-87E186CA5B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0712" y="0"/>
            <a:ext cx="3863402" cy="6858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F348A76B-C8A4-1EAA-8FAC-D6D9D9C636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08392"/>
            <a:ext cx="1926770" cy="3433071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79F8CC3A-BFD0-00A5-66ED-9B6EDCF60E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1662" y="1708392"/>
            <a:ext cx="1910338" cy="3433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444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28B91-1CCD-864A-1F6C-CE21AA88A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8891E5C1-2425-809E-89F8-C40C8DF4C5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5729"/>
            <a:ext cx="1930316" cy="3426541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EE6EE79A-0617-5D56-0ADD-C78B15C3E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732" y="0"/>
            <a:ext cx="3816145" cy="685800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149CC16B-2E4E-18ED-5881-2DB6F39CAF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5293" y="1732789"/>
            <a:ext cx="1892277" cy="339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186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06C1A-AD7F-C563-9667-E32049A29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A45CA4D-0339-C73C-9A26-95D73AA570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05280"/>
            <a:ext cx="1908073" cy="342900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A9AE96DD-A16F-AED1-E822-499BA7850C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9199" y="0"/>
            <a:ext cx="3825363" cy="68580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F165271F-8C69-F3FE-4417-FB1D718939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3641" y="1709890"/>
            <a:ext cx="1918359" cy="343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23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F7793-A168-392D-C6DA-20B99E9BC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13FA669-1B6B-F6A6-F1F4-CA425C22F6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05881"/>
            <a:ext cx="1915886" cy="343474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855BB90F-5839-6A4F-E696-817EC64020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7393" y="0"/>
            <a:ext cx="3826431" cy="6858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05547362-7CD4-750E-6DFA-B223DD4535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8779" y="1705881"/>
            <a:ext cx="2003221" cy="3434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159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D4693-0011-6D2A-9812-66517C65D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5128858E-A7C4-8A61-E704-36580543C7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2107"/>
            <a:ext cx="1915886" cy="3433786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A8A95C0-82D6-C13E-F913-4253B05EA5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3070" y="0"/>
            <a:ext cx="39997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533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737BA06-2FD5-63F1-0C61-42DEF78F8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3914"/>
            <a:ext cx="12192000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910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1FA4D5-CE1D-B241-3C55-E5A29DFDD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1719" y="685800"/>
            <a:ext cx="5208562" cy="1456267"/>
          </a:xfrm>
        </p:spPr>
        <p:txBody>
          <a:bodyPr>
            <a:normAutofit/>
          </a:bodyPr>
          <a:lstStyle/>
          <a:p>
            <a:r>
              <a:rPr lang="ja-JP" altLang="en-US" sz="48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現在</a:t>
            </a:r>
            <a:r>
              <a:rPr lang="en-US" altLang="ja-JP" sz="48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(</a:t>
            </a:r>
            <a:r>
              <a:rPr lang="ja-JP" altLang="en-US" sz="48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今後</a:t>
            </a:r>
            <a:r>
              <a:rPr lang="en-US" altLang="ja-JP" sz="48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)</a:t>
            </a:r>
            <a:r>
              <a:rPr lang="ja-JP" altLang="en-US" sz="48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の</a:t>
            </a:r>
            <a:r>
              <a:rPr kumimoji="1" lang="ja-JP" altLang="en-US" sz="48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作業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E02E1F-2A7A-0742-44F0-65E2904AA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8765" y="2142067"/>
            <a:ext cx="8514470" cy="36491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・パスワード閲覧時に </a:t>
            </a:r>
            <a:r>
              <a:rPr lang="en-US" altLang="ja-JP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PIN/</a:t>
            </a: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生体認証を挟み</a:t>
            </a:r>
            <a:endParaRPr lang="en-US" altLang="ja-JP" sz="36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　セキュリティ強化</a:t>
            </a:r>
            <a:endParaRPr lang="en-US" altLang="ja-JP" sz="36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</a:t>
            </a:r>
            <a:r>
              <a:rPr lang="en-US" altLang="ja-JP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PIN</a:t>
            </a: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認証の入力回数制限</a:t>
            </a:r>
            <a:endParaRPr lang="en-US" altLang="ja-JP" sz="36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・パスワードを忘れた際の対処法</a:t>
            </a:r>
            <a:endParaRPr lang="en-US" altLang="ja-JP" sz="36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</a:t>
            </a:r>
            <a:r>
              <a:rPr lang="en-US" altLang="ja-JP" sz="3600" b="1" dirty="0" err="1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ios</a:t>
            </a: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での実装</a:t>
            </a:r>
            <a:endParaRPr lang="en-US" altLang="ja-JP" sz="36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61610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6602AF9-A2E0-EE37-8038-4DC090C9E551}"/>
              </a:ext>
            </a:extLst>
          </p:cNvPr>
          <p:cNvSpPr txBox="1"/>
          <p:nvPr/>
        </p:nvSpPr>
        <p:spPr>
          <a:xfrm>
            <a:off x="0" y="2246384"/>
            <a:ext cx="11112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1C86698-96D9-4E64-8BDC-C75D45D530A4}"/>
              </a:ext>
            </a:extLst>
          </p:cNvPr>
          <p:cNvSpPr txBox="1"/>
          <p:nvPr/>
        </p:nvSpPr>
        <p:spPr>
          <a:xfrm>
            <a:off x="1110018" y="2259228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り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86C384F-6BC1-6DF9-236A-8E7C11956E2C}"/>
              </a:ext>
            </a:extLst>
          </p:cNvPr>
          <p:cNvSpPr txBox="1"/>
          <p:nvPr/>
        </p:nvSpPr>
        <p:spPr>
          <a:xfrm>
            <a:off x="2218014" y="2243947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が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1B52602-F6A6-190D-8FB2-6D26FA3EEB2D}"/>
              </a:ext>
            </a:extLst>
          </p:cNvPr>
          <p:cNvSpPr txBox="1"/>
          <p:nvPr/>
        </p:nvSpPr>
        <p:spPr>
          <a:xfrm>
            <a:off x="3326010" y="2243953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と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CB7165F-0462-8141-CE8E-D7D0415FAAA6}"/>
              </a:ext>
            </a:extLst>
          </p:cNvPr>
          <p:cNvSpPr txBox="1"/>
          <p:nvPr/>
        </p:nvSpPr>
        <p:spPr>
          <a:xfrm>
            <a:off x="4434006" y="2243954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う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56E4BCD-668F-D808-BCD7-194653AD5A0C}"/>
              </a:ext>
            </a:extLst>
          </p:cNvPr>
          <p:cNvSpPr txBox="1"/>
          <p:nvPr/>
        </p:nvSpPr>
        <p:spPr>
          <a:xfrm>
            <a:off x="5542002" y="2243954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ご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A4B444B-FE41-851A-66B4-B42CD77E3363}"/>
              </a:ext>
            </a:extLst>
          </p:cNvPr>
          <p:cNvSpPr txBox="1"/>
          <p:nvPr/>
        </p:nvSpPr>
        <p:spPr>
          <a:xfrm>
            <a:off x="6649998" y="2259228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ざ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5CCB344-96B4-87AC-6099-9E8C695DF6E3}"/>
              </a:ext>
            </a:extLst>
          </p:cNvPr>
          <p:cNvSpPr txBox="1"/>
          <p:nvPr/>
        </p:nvSpPr>
        <p:spPr>
          <a:xfrm>
            <a:off x="7757994" y="2259227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い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0874A65-E439-5F01-4A9F-B7B589A007AA}"/>
              </a:ext>
            </a:extLst>
          </p:cNvPr>
          <p:cNvSpPr txBox="1"/>
          <p:nvPr/>
        </p:nvSpPr>
        <p:spPr>
          <a:xfrm>
            <a:off x="8865990" y="2259226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ま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486E386-D414-DFF1-90A8-E7513D8D3796}"/>
              </a:ext>
            </a:extLst>
          </p:cNvPr>
          <p:cNvSpPr txBox="1"/>
          <p:nvPr/>
        </p:nvSpPr>
        <p:spPr>
          <a:xfrm>
            <a:off x="9973986" y="2259226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し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78312EC-D745-DC89-2435-39ABB6DEB252}"/>
              </a:ext>
            </a:extLst>
          </p:cNvPr>
          <p:cNvSpPr txBox="1"/>
          <p:nvPr/>
        </p:nvSpPr>
        <p:spPr>
          <a:xfrm>
            <a:off x="11081982" y="2259226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た</a:t>
            </a:r>
          </a:p>
        </p:txBody>
      </p:sp>
    </p:spTree>
    <p:extLst>
      <p:ext uri="{BB962C8B-B14F-4D97-AF65-F5344CB8AC3E}">
        <p14:creationId xmlns:p14="http://schemas.microsoft.com/office/powerpoint/2010/main" val="1509028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2.91667E-6 3.7037E-6 L -2.91667E-6 -0.07223 " pathEditMode="relative" rAng="0" ptsTypes="AA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4" presetClass="emph" presetSubtype="0" fill="hold" nodeType="withEffect">
                                  <p:stCondLst>
                                    <p:cond delay="1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1.875E-6 -2.22222E-6 L 1.875E-6 -0.07222 " pathEditMode="relative" rAng="0" ptsTypes="AA">
                                      <p:cBhvr>
                                        <p:cTn id="1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1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34" presetClass="emph" presetSubtype="0" fill="hold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3.54167E-6 1.11111E-6 L -3.54167E-6 -0.07222 " pathEditMode="relative" rAng="0" ptsTypes="AA">
                                      <p:cBhvr>
                                        <p:cTn id="1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1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1.04167E-6 1.11111E-6 L 1.04167E-6 -0.07222 " pathEditMode="relative" rAng="0" ptsTypes="AA">
                                      <p:cBhvr>
                                        <p:cTn id="24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25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6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7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8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34" presetClass="emph" presetSubtype="0" fill="hold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4.375E-6 1.11111E-6 L -4.375E-6 -0.07222 " pathEditMode="relative" rAng="0" ptsTypes="AA">
                                      <p:cBhvr>
                                        <p:cTn id="3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3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34" presetClass="emph" presetSubtype="0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2.08333E-7 1.11111E-6 L 2.08333E-7 -0.07222 " pathEditMode="relative" rAng="0" ptsTypes="AA">
                                      <p:cBhvr>
                                        <p:cTn id="3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3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34" presetClass="emph" presetSubtype="0" fill="hold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4.79167E-6 -2.22222E-6 L 4.79167E-6 -0.07222 " pathEditMode="relative" rAng="0" ptsTypes="AA">
                                      <p:cBhvr>
                                        <p:cTn id="4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4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" presetID="34" presetClass="emph" presetSubtype="0" fill="hold" nodeType="withEffect">
                                  <p:stCondLst>
                                    <p:cond delay="7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6.25E-7 -2.22222E-6 L -6.25E-7 -0.07222 " pathEditMode="relative" rAng="0" ptsTypes="AA">
                                      <p:cBhvr>
                                        <p:cTn id="4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4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5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" presetID="34" presetClass="emph" presetSubtype="0" fill="hold" nodeType="withEffect">
                                  <p:stCondLst>
                                    <p:cond delay="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3.95833E-6 -2.22222E-6 L 3.95833E-6 -0.07222 " pathEditMode="relative" rAng="0" ptsTypes="AA">
                                      <p:cBhvr>
                                        <p:cTn id="54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55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6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7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58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" presetID="34" presetClass="emph" presetSubtype="0" fill="hold" nodeType="withEffect">
                                  <p:stCondLst>
                                    <p:cond delay="9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6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6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" presetID="34" presetClass="emph" presetSubtype="0" fill="hold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3.125E-6 -2.22222E-6 L 3.125E-6 -0.07222 " pathEditMode="relative" rAng="0" ptsTypes="AA">
                                      <p:cBhvr>
                                        <p:cTn id="6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6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7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allAtOnce"/>
    </p:bld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スライス">
  <a:themeElements>
    <a:clrScheme name="スライス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スライス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スライス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511</TotalTime>
  <Words>198</Words>
  <Application>Microsoft Office PowerPoint</Application>
  <PresentationFormat>ワイド画面</PresentationFormat>
  <Paragraphs>39</Paragraphs>
  <Slides>20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20</vt:i4>
      </vt:variant>
    </vt:vector>
  </HeadingPairs>
  <TitlesOfParts>
    <vt:vector size="29" baseType="lpstr">
      <vt:lpstr>HGP創英角ﾎﾟｯﾌﾟ体</vt:lpstr>
      <vt:lpstr>HGS創英角ｺﾞｼｯｸUB</vt:lpstr>
      <vt:lpstr>游ゴシック</vt:lpstr>
      <vt:lpstr>游ゴシック Light</vt:lpstr>
      <vt:lpstr>Arial</vt:lpstr>
      <vt:lpstr>Century Gothic</vt:lpstr>
      <vt:lpstr>Wingdings 3</vt:lpstr>
      <vt:lpstr>Office テーマ</vt:lpstr>
      <vt:lpstr>スライス</vt:lpstr>
      <vt:lpstr>進捗状況報告書</vt:lpstr>
      <vt:lpstr>PowerPoint プレゼンテーション</vt:lpstr>
      <vt:lpstr>主な機能</vt:lpstr>
      <vt:lpstr>主な使用技術</vt:lpstr>
      <vt:lpstr>作成済みの機能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現在(今後)の作業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rei aki</dc:creator>
  <cp:lastModifiedBy>拓也 髙橋</cp:lastModifiedBy>
  <cp:revision>12</cp:revision>
  <dcterms:created xsi:type="dcterms:W3CDTF">2025-12-02T04:10:51Z</dcterms:created>
  <dcterms:modified xsi:type="dcterms:W3CDTF">2025-12-09T05:30:16Z</dcterms:modified>
</cp:coreProperties>
</file>