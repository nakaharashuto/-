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AE151F-8DFE-2EDF-2A3C-1DF6237273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5EA2D60-276B-11E9-0A7F-E170D5D22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BB1889-C9D9-920D-C6E7-C9A2807BE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108D2D-7CB3-3077-8A9D-7F740E6B1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E4B468-CD1E-5715-A602-7D161013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9514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401C48-A4B2-44A2-E6A4-2AFBA022F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127E7C-EDEC-1821-1AD1-4B93BFB1F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3F6BF4-F471-1DC7-3463-600E47CB0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91D21A-A4D8-4496-D480-054F4A33C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60E159-9EA8-3772-8E07-0FC284034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8357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E14F05-09F1-FE22-A263-29FA593BA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8153158-01E2-58B4-CB54-BB48B22B2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3850F2-048D-FA97-8D29-55DA461C9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0D0ED3-D057-AD9E-4154-536112EFD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099363-83F5-5D62-835D-F55AE81DB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2771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9614A0-E389-42F6-D3A9-321D50A8A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1372A6-149E-CDBD-713F-9BDF0DAC28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385BB0-FD66-33EB-8A46-659B8299D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0E418BF-C95A-AAD2-28B5-6E84997A4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269B20A-E8FC-8219-142C-7D3475CD6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9C9AFB7-FB1E-8E89-28DB-E382272A9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9131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4FAAC5-3379-1B84-6E1C-1E2C09E64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57492D6-63E6-AE3D-3CF8-E521E9217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B6CCA3B-C72D-8D3E-3BCB-507ECE23D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33B41-DD19-ABAC-1C04-91AD2CBB44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2F088AA-026A-7DF3-B07D-5DBB31BE1B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745700C-0D45-DBC9-66DD-3DDC9BE80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681E1F7-BD5D-CA3F-1837-FAE5BE96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7ED4FAD-57D9-9015-F54F-0E548DD0B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2988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5E887B-1F6E-90AC-18DD-D04F6F6C6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7697605-F75D-4AD6-78A6-B8BFE9190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9DD5F0F-2D4D-A679-2F92-7A3EB9736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20B406A-AB0D-7316-89D9-01C1D68F8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355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FD4C3AE-BABC-9E83-35CC-9D878F8D4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C0F78DD-E6F3-0139-42C4-429473AC6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9225B54-3529-204D-2127-25F21C56B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2934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3C7F95-68F1-94D8-FC77-56D3D547F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376000-4E26-D7B8-4224-96C0391B8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28F9937-3D98-A8D6-7D3E-A77DB74DD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76C9E30-DEDB-B139-42ED-418337DFF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29B8483-05C0-A0B0-A0CE-0786144F8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AA5FBA-3DED-7886-8F2A-8CBEBCEA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20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693E49-19CD-ADAC-12AE-EFD33DC4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044A9F2-E0FA-F412-A0A3-BA93E320D4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E02EA96-4507-9444-B22E-E0D166849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0F8825D-104D-9BE0-1A00-88985537B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FDC23D-A8AC-A9A3-490A-29DEE5E79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80F247-8089-1EA6-2DF6-0CC3EDA9F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79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2C9D71-FEA9-0CEA-8AE7-4F6EEF9A5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EB65603-3A8D-5D4F-F991-43946CAE6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90DD4C-88EC-0F0D-2A2C-4CB5A8374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FB16BC-FACA-68AB-1ABF-8129DE44D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F756AD-DEB3-DFA3-FCEF-B1F7B8BEE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56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FA1D8B9-9EBE-C6E2-2308-203A41FD8E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13CB3B9-84D7-04BD-595A-3A8264BDF5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A778F6-5B63-DDE3-E3FD-D96E23701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A8308-2B77-4ADA-A252-6510F0126AC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E53A76-A55C-4F28-F75F-671223E8B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A1F096-30BE-9724-5AAC-5F0F730A4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2343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F5495DD-83F8-2A56-F574-5EDB04218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7DB59B-8D8E-91D5-6053-0A891A424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7D8F58-49FB-3A17-31B0-2315BFD07B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A8308-2B77-4ADA-A252-6510F0126AC9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704BB3-48E6-E5DC-C7B0-2B8D15F161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5999C2-F74F-1D63-D6D6-5FA5BC72A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DA701-A25E-496D-8B5B-8E51622D14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6907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4E05A05-9119-98FD-3E36-0C27990827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493962"/>
            <a:ext cx="12192000" cy="12192000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DBE6DA1-54DF-6B63-FEF7-85975D11DF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72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進捗状況報告書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0DB5C5D-6E0B-E79D-2D0C-C66B96FE8D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3600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～エビチリを添えて～</a:t>
            </a:r>
          </a:p>
        </p:txBody>
      </p:sp>
    </p:spTree>
    <p:extLst>
      <p:ext uri="{BB962C8B-B14F-4D97-AF65-F5344CB8AC3E}">
        <p14:creationId xmlns:p14="http://schemas.microsoft.com/office/powerpoint/2010/main" val="223517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23E479-87CC-1B4C-3BC8-317F0B219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パスワード管理アプリ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7A17DD-3AC8-D97E-1ED2-A29111F7D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Android</a:t>
            </a: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と</a:t>
            </a:r>
            <a:r>
              <a:rPr lang="en-US" altLang="ja-JP" sz="4000" dirty="0" err="1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ios</a:t>
            </a: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の２つのアプリを製作</a:t>
            </a: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lang="en-US" altLang="ja-JP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Dart</a:t>
            </a: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（開発言語）</a:t>
            </a: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lang="en-US" altLang="ja-JP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Isar</a:t>
            </a: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（ローカルデータベース）</a:t>
            </a: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lang="en-US" altLang="ja-JP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Flutter</a:t>
            </a: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（</a:t>
            </a:r>
            <a:r>
              <a:rPr lang="en-US" altLang="ja-JP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Android</a:t>
            </a: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と</a:t>
            </a:r>
            <a:r>
              <a:rPr lang="en-US" altLang="ja-JP" sz="4000" dirty="0" err="1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ios</a:t>
            </a: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の</a:t>
            </a:r>
            <a:r>
              <a:rPr lang="en-US" altLang="ja-JP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2</a:t>
            </a: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つを同じ</a:t>
            </a: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言語で作るためのフレームワーク）</a:t>
            </a: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2120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78663C-3BAA-26AA-D358-E959E1B1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主な機能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B4AEE0-6B2A-7953-D025-AB91CB4F2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・ランダムで強力なパスワードを自動生成能</a:t>
            </a: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・サイト名、ユーザー名、パスワード、</a:t>
            </a:r>
            <a:r>
              <a:rPr lang="en-US" altLang="ja-JP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URL</a:t>
            </a:r>
          </a:p>
          <a:p>
            <a:pPr marL="0" indent="0">
              <a:buNone/>
            </a:pPr>
            <a:r>
              <a:rPr kumimoji="1"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</a:t>
            </a: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をローカルデータベースで安全に保存</a:t>
            </a: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kumimoji="1"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</a:t>
            </a: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する機能</a:t>
            </a: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629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37EB08-19ED-1515-291B-3B5488570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作り終えている機能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D6F9FD-DBA3-D112-CDF9-C53441337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・パスワード自動生成</a:t>
            </a: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・パスワード登録、編集、コピー、削除</a:t>
            </a: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</a:t>
            </a:r>
            <a:r>
              <a:rPr lang="en-US" altLang="ja-JP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PIN</a:t>
            </a: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コードによる認証</a:t>
            </a: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・ローカル</a:t>
            </a:r>
            <a:r>
              <a:rPr lang="en-US" altLang="ja-JP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DB</a:t>
            </a: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による永続化</a:t>
            </a: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8062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1FA4D5-CE1D-B241-3C55-E5A29DFDD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現在</a:t>
            </a:r>
            <a:r>
              <a:rPr lang="en-US" altLang="ja-JP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(</a:t>
            </a:r>
            <a:r>
              <a:rPr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今後</a:t>
            </a:r>
            <a:r>
              <a:rPr lang="en-US" altLang="ja-JP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)</a:t>
            </a:r>
            <a:r>
              <a:rPr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の</a:t>
            </a:r>
            <a:r>
              <a:rPr kumimoji="1" lang="ja-JP" altLang="en-US" sz="4800" b="1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作業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E02E1F-2A7A-0742-44F0-65E2904AA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・保存するデータの暗号化</a:t>
            </a: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・読み取り時に </a:t>
            </a:r>
            <a:r>
              <a:rPr lang="en-US" altLang="ja-JP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PIN/</a:t>
            </a: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生体認証を挟み</a:t>
            </a: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pPr marL="0" indent="0">
              <a:buNone/>
            </a:pPr>
            <a:r>
              <a:rPr lang="ja-JP" altLang="en-US" sz="4000" dirty="0"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　セキュリティ強化</a:t>
            </a:r>
            <a:endParaRPr lang="en-US" altLang="ja-JP" sz="4000" dirty="0"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61610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132</Words>
  <Application>Microsoft Office PowerPoint</Application>
  <PresentationFormat>ワイド画面</PresentationFormat>
  <Paragraphs>25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2" baseType="lpstr">
      <vt:lpstr>HGP創英ﾌﾟﾚｾﾞﾝｽEB</vt:lpstr>
      <vt:lpstr>HGP創英角ﾎﾟｯﾌﾟ体</vt:lpstr>
      <vt:lpstr>HGS創英角ｺﾞｼｯｸUB</vt:lpstr>
      <vt:lpstr>游ゴシック</vt:lpstr>
      <vt:lpstr>游ゴシック Light</vt:lpstr>
      <vt:lpstr>Arial</vt:lpstr>
      <vt:lpstr>Office テーマ</vt:lpstr>
      <vt:lpstr>進捗状況報告書</vt:lpstr>
      <vt:lpstr>パスワード管理アプリ</vt:lpstr>
      <vt:lpstr>主な機能</vt:lpstr>
      <vt:lpstr>作り終えている機能</vt:lpstr>
      <vt:lpstr>現在(今後)の作業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rei aki</dc:creator>
  <cp:lastModifiedBy>shuto nakahara</cp:lastModifiedBy>
  <cp:revision>5</cp:revision>
  <dcterms:created xsi:type="dcterms:W3CDTF">2025-12-02T04:10:51Z</dcterms:created>
  <dcterms:modified xsi:type="dcterms:W3CDTF">2025-12-08T04:54:07Z</dcterms:modified>
</cp:coreProperties>
</file>