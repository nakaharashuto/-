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AE151F-8DFE-2EDF-2A3C-1DF623727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EA2D60-276B-11E9-0A7F-E170D5D22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BB1889-C9D9-920D-C6E7-C9A2807B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108D2D-7CB3-3077-8A9D-7F740E6B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E4B468-CD1E-5715-A602-7D161013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951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01C48-A4B2-44A2-E6A4-2AFBA022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127E7C-EDEC-1821-1AD1-4B93BFB1F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F6BF4-F471-1DC7-3463-600E47CB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91D21A-A4D8-4496-D480-054F4A33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60E159-9EA8-3772-8E07-0FC28403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83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14F05-09F1-FE22-A263-29FA593B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153158-01E2-58B4-CB54-BB48B22B2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3850F2-048D-FA97-8D29-55DA461C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D0ED3-D057-AD9E-4154-536112EF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099363-83F5-5D62-835D-F55AE81D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77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9614A0-E389-42F6-D3A9-321D50A8A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1372A6-149E-CDBD-713F-9BDF0DAC2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385BB0-FD66-33EB-8A46-659B8299D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E418BF-C95A-AAD2-28B5-6E84997A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69B20A-E8FC-8219-142C-7D3475CD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C9AFB7-FB1E-8E89-28DB-E382272A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13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4FAAC5-3379-1B84-6E1C-1E2C09E6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7492D6-63E6-AE3D-3CF8-E521E9217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6CCA3B-C72D-8D3E-3BCB-507ECE23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33B41-DD19-ABAC-1C04-91AD2CBB4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F088AA-026A-7DF3-B07D-5DBB31BE1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45700C-0D45-DBC9-66DD-3DDC9BE8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681E1F7-BD5D-CA3F-1837-FAE5BE96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ED4FAD-57D9-9015-F54F-0E548DD0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988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E887B-1F6E-90AC-18DD-D04F6F6C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697605-F75D-4AD6-78A6-B8BFE919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9DD5F0F-2D4D-A679-2F92-7A3EB973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0B406A-AB0D-7316-89D9-01C1D68F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55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FD4C3AE-BABC-9E83-35CC-9D878F8D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C0F78DD-E6F3-0139-42C4-429473AC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225B54-3529-204D-2127-25F21C56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934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C7F95-68F1-94D8-FC77-56D3D547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376000-4E26-D7B8-4224-96C0391B8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8F9937-3D98-A8D6-7D3E-A77DB74DD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6C9E30-DEDB-B139-42ED-418337DF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9B8483-05C0-A0B0-A0CE-0786144F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AA5FBA-3DED-7886-8F2A-8CBEBCEA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20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693E49-19CD-ADAC-12AE-EFD33DC4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44A9F2-E0FA-F412-A0A3-BA93E320D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02EA96-4507-9444-B22E-E0D16684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F8825D-104D-9BE0-1A00-88985537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FDC23D-A8AC-A9A3-490A-29DEE5E7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80F247-8089-1EA6-2DF6-0CC3EDA9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C9D71-FEA9-0CEA-8AE7-4F6EEF9A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B65603-3A8D-5D4F-F991-43946CAE6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90DD4C-88EC-0F0D-2A2C-4CB5A837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B16BC-FACA-68AB-1ABF-8129DE44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F756AD-DEB3-DFA3-FCEF-B1F7B8BE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5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A1D8B9-9EBE-C6E2-2308-203A41FD8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3CB3B9-84D7-04BD-595A-3A8264BDF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A778F6-5B63-DDE3-E3FD-D96E2370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E53A76-A55C-4F28-F75F-671223E8B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A1F096-30BE-9724-5AAC-5F0F730A4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34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5495DD-83F8-2A56-F574-5EDB0421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7DB59B-8D8E-91D5-6053-0A891A424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7D8F58-49FB-3A17-31B0-2315BFD07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A8308-2B77-4ADA-A252-6510F0126AC9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704BB3-48E6-E5DC-C7B0-2B8D15F16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5999C2-F74F-1D63-D6D6-5FA5BC72A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90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E6DA1-54DF-6B63-FEF7-85975D11D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7200" dirty="0"/>
              <a:t>進捗状況報告書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DB5C5D-6E0B-E79D-2D0C-C66B96FE8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/>
              <a:t>～エビチリを添えて～</a:t>
            </a:r>
          </a:p>
        </p:txBody>
      </p:sp>
    </p:spTree>
    <p:extLst>
      <p:ext uri="{BB962C8B-B14F-4D97-AF65-F5344CB8AC3E}">
        <p14:creationId xmlns:p14="http://schemas.microsoft.com/office/powerpoint/2010/main" val="223517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3E479-87CC-1B4C-3BC8-317F0B21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パスワード管理アプリ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7A17DD-3AC8-D97E-1ED2-A29111F7D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4400" dirty="0"/>
              <a:t>Android</a:t>
            </a:r>
            <a:r>
              <a:rPr lang="ja-JP" altLang="en-US" sz="4400" dirty="0"/>
              <a:t>と</a:t>
            </a:r>
            <a:r>
              <a:rPr lang="en-US" altLang="ja-JP" sz="4400" dirty="0" err="1"/>
              <a:t>ios</a:t>
            </a:r>
            <a:r>
              <a:rPr lang="ja-JP" altLang="en-US" sz="4400" dirty="0"/>
              <a:t>の２つのアプリを製作</a:t>
            </a:r>
            <a:endParaRPr lang="en-US" altLang="ja-JP" sz="4400" dirty="0"/>
          </a:p>
          <a:p>
            <a:pPr marL="0" indent="0">
              <a:buNone/>
            </a:pPr>
            <a:endParaRPr lang="en-US" altLang="ja-JP" sz="4400" dirty="0"/>
          </a:p>
          <a:p>
            <a:pPr marL="0" indent="0">
              <a:buNone/>
            </a:pPr>
            <a:r>
              <a:rPr lang="en-US" altLang="ja-JP" sz="4400" dirty="0"/>
              <a:t>Dart</a:t>
            </a:r>
            <a:r>
              <a:rPr lang="ja-JP" altLang="en-US" sz="4400" dirty="0"/>
              <a:t>（開発言語）</a:t>
            </a:r>
            <a:endParaRPr lang="en-US" altLang="ja-JP" sz="4400" dirty="0"/>
          </a:p>
          <a:p>
            <a:pPr marL="0" indent="0">
              <a:buNone/>
            </a:pPr>
            <a:r>
              <a:rPr lang="en-US" altLang="ja-JP" sz="4400" dirty="0"/>
              <a:t>Isar</a:t>
            </a:r>
            <a:r>
              <a:rPr lang="ja-JP" altLang="en-US" sz="4400" dirty="0"/>
              <a:t>（ローカルデータベース）</a:t>
            </a:r>
            <a:endParaRPr lang="en-US" altLang="ja-JP" sz="4400" dirty="0"/>
          </a:p>
          <a:p>
            <a:pPr marL="0" indent="0">
              <a:buNone/>
            </a:pPr>
            <a:r>
              <a:rPr lang="en-US" altLang="ja-JP" sz="4400" dirty="0"/>
              <a:t>Flutter</a:t>
            </a:r>
            <a:r>
              <a:rPr lang="ja-JP" altLang="en-US" sz="4400" dirty="0"/>
              <a:t>（</a:t>
            </a:r>
            <a:r>
              <a:rPr lang="en-US" altLang="ja-JP" sz="4400" dirty="0"/>
              <a:t>Android</a:t>
            </a:r>
            <a:r>
              <a:rPr lang="ja-JP" altLang="en-US" sz="4400" dirty="0"/>
              <a:t>と</a:t>
            </a:r>
            <a:r>
              <a:rPr lang="en-US" altLang="ja-JP" sz="4400" dirty="0" err="1"/>
              <a:t>ios</a:t>
            </a:r>
            <a:r>
              <a:rPr lang="ja-JP" altLang="en-US" sz="4400" dirty="0"/>
              <a:t>の</a:t>
            </a:r>
            <a:r>
              <a:rPr lang="en-US" altLang="ja-JP" sz="4400" dirty="0"/>
              <a:t>2</a:t>
            </a:r>
            <a:r>
              <a:rPr lang="ja-JP" altLang="en-US" sz="4400" dirty="0"/>
              <a:t>つを同じ言語で作るためのフレームワーク）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143212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8663C-3BAA-26AA-D358-E959E1B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主な機能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4AEE0-6B2A-7953-D025-AB91CB4F2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ランダムで強力なパスワードを自動生成機能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サイト名、ユーザー名、パスワード、</a:t>
            </a:r>
            <a:r>
              <a:rPr lang="en-US" altLang="ja-JP" dirty="0"/>
              <a:t>URL</a:t>
            </a:r>
            <a:r>
              <a:rPr lang="ja-JP" altLang="en-US" dirty="0"/>
              <a:t>をローカルデータベースで安全に保存する機能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2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7EB08-19ED-1515-291B-3B5488570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作り終えている機能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6F9FD-DBA3-D112-CDF9-C53441337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パスワード生成</a:t>
            </a:r>
            <a:endParaRPr kumimoji="1" lang="en-US" altLang="ja-JP" dirty="0"/>
          </a:p>
          <a:p>
            <a:r>
              <a:rPr lang="ja-JP" altLang="en-US" dirty="0"/>
              <a:t>暗号化して保存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062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FA4D5-CE1D-B241-3C55-E5A29DFD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次に行う作業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02E1F-2A7A-0742-44F0-65E2904AA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Isar</a:t>
            </a:r>
            <a:r>
              <a:rPr lang="ja-JP" altLang="en-US" dirty="0"/>
              <a:t>を導入して永続化</a:t>
            </a:r>
            <a:endParaRPr lang="en-US" altLang="ja-JP" dirty="0"/>
          </a:p>
          <a:p>
            <a:r>
              <a:rPr lang="ja-JP" altLang="en-US" dirty="0"/>
              <a:t>読み取り時に </a:t>
            </a:r>
            <a:r>
              <a:rPr lang="en-US" altLang="ja-JP" dirty="0"/>
              <a:t>PIN/</a:t>
            </a:r>
            <a:r>
              <a:rPr lang="ja-JP" altLang="en-US"/>
              <a:t>生体認証を挟みセキュリティ強化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61610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99</Words>
  <Application>Microsoft Office PowerPoint</Application>
  <PresentationFormat>ワイド画面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進捗状況報告書</vt:lpstr>
      <vt:lpstr>パスワード管理アプリ</vt:lpstr>
      <vt:lpstr>主な機能</vt:lpstr>
      <vt:lpstr>作り終えている機能</vt:lpstr>
      <vt:lpstr>次に行う作業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 aki</dc:creator>
  <cp:lastModifiedBy>rei aki</cp:lastModifiedBy>
  <cp:revision>2</cp:revision>
  <dcterms:created xsi:type="dcterms:W3CDTF">2025-12-02T04:10:51Z</dcterms:created>
  <dcterms:modified xsi:type="dcterms:W3CDTF">2025-12-03T00:41:20Z</dcterms:modified>
</cp:coreProperties>
</file>